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6" r:id="rId8"/>
    <p:sldId id="265" r:id="rId9"/>
    <p:sldId id="263" r:id="rId10"/>
    <p:sldId id="267" r:id="rId11"/>
    <p:sldId id="269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FF"/>
    <a:srgbClr val="D9D9FF"/>
    <a:srgbClr val="F9FF99"/>
    <a:srgbClr val="FFCAD9"/>
    <a:srgbClr val="FFC2D0"/>
    <a:srgbClr val="4F2C04"/>
    <a:srgbClr val="784302"/>
    <a:srgbClr val="4040FF"/>
    <a:srgbClr val="0000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3"/>
    <p:restoredTop sz="94694"/>
  </p:normalViewPr>
  <p:slideViewPr>
    <p:cSldViewPr snapToGrid="0">
      <p:cViewPr>
        <p:scale>
          <a:sx n="122" d="100"/>
          <a:sy n="122" d="100"/>
        </p:scale>
        <p:origin x="-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AD10-308D-DE67-6E93-8189A5F4E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66832-6225-1783-9C75-B5BD3637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B89E6-7FD0-1EDA-8823-148F6C01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41AF-56FC-FF8D-E478-B207FEFD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8442E-E229-9452-00E3-C4BA3627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5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0DF8-E7D6-3DD8-8754-4E3A2F69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72CCB-AFB2-DEF7-6847-EE391CFA4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1F48-B0D0-D4CF-0A14-7DCDF33D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52A47-BE5D-4688-5735-EA1ABAEC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868C-9DAB-10B2-56E8-9D1721D3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2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4757-5D1D-1175-ED79-4AE36929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8CA58-E133-5BA2-4BDE-D9C33FC51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F2F5-E5D8-4CE8-4FC6-23C01AF5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1529A-83A6-BE75-AC39-2DCC8A98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2533C-97CC-3C27-13B4-3A4C33E6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0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DC1-EA9E-517B-3AEF-210A0B5E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273E-DC07-F7EB-BB26-FA69ABD03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0FDF1-2FC5-F2A5-4A74-6072F0EF4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4E23C-7A6E-D5DF-2F74-BF4A1B7EA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024ED-D55C-03C0-61BF-EADA2C08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99B7B-D78B-78FD-BC94-59E70C6B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6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7087-E9FD-1B7F-F141-34B5E2AE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C0D1D-F060-6D36-BFA5-7B03494AA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598B3-28D1-830E-4C5F-11CAC72EA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0B4F0-CC04-4F72-DA8B-B315E7E5F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B26BD-283A-5E1D-B7A0-EAA4916C4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A4A51-CF15-6443-B6FE-E7D1B2E5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AFE23-8F7A-D35F-732B-73A42650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B031B-50AB-F16B-89BC-8AED76C3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1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1586-3C04-D3E8-7AE0-E3484249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2BEA9-D708-B392-332D-A9F5F833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FEC26-DA24-0993-2508-60093AB2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5AE89-E864-5465-9DEA-42BE1755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78930-F761-E643-4DA3-0F88D856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311F6-FCEF-9AC4-1DDB-E1D1DD82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05BA6-EC5D-3FB5-E86E-9D480F65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8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D98EF-F791-7F6E-A4B2-06562932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B6138-7119-8A61-0722-58209E870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5C351-68B1-AD45-F688-8574D5C8E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8B4E0-9273-E5D5-A7F0-96511899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1C3C2-1933-2877-FB4E-CC13CA4A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EDF47-FCC4-E2EE-AA85-A4B5CAF4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2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6BF2-60C3-4FBF-74B1-5F6CC247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B79C-0869-7380-E35C-6D412A343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FD778-425B-D38A-6542-7A7DE1575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86533-FAFD-357F-77EE-29528BB27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327D-8BB7-E30A-278E-2888D761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BBE7B-47A3-2F6E-FF5F-61BF15CB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0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1459-FF92-0881-5D67-91FE92A8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8BCB1-A10B-A565-8D85-0BED74461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6ECE7-64E0-0532-6D15-76F3446A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1984-E1BC-0D67-0772-46468500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3827D-8C6E-75F1-7212-10017554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4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A0781-87DA-CA6A-1002-B7DBB7970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2BC57-7FC3-5C7C-BD26-DF806A3F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F801-C5D7-DA56-3E11-567C2D80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E89CB-1A9E-6C3D-FBA2-D9E80BC6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F6814-4D59-247E-D685-21077B7A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2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22DD0-55A5-7C87-8623-9A7B4CF2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217D3-9398-C1AE-2E21-684DB5EE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B1498-049F-A469-4906-404800FCC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E292E-C5A3-9648-8CE7-7CA8D88A2094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4C5A-E60C-38E8-7E77-702EB81FD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4FFF9-F58E-5094-1EF9-248BECA93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E6A94-2401-B848-96DD-86DEF55B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7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9BFB69-BB10-8F72-35FF-1FAB91991E5B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BD265-A002-26F0-4805-75E097F7CD14}"/>
              </a:ext>
            </a:extLst>
          </p:cNvPr>
          <p:cNvSpPr txBox="1"/>
          <p:nvPr/>
        </p:nvSpPr>
        <p:spPr>
          <a:xfrm>
            <a:off x="2134113" y="1540640"/>
            <a:ext cx="775077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about a found Token struct 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matched by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started on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 started 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return id; } // Auto-convert tokens to IDs };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44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DE23-631C-B0B8-32A8-A8F4C18A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C20F20-C476-A34D-13FC-2722593B3FA8}"/>
              </a:ext>
            </a:extLst>
          </p:cNvPr>
          <p:cNvGrpSpPr/>
          <p:nvPr/>
        </p:nvGrpSpPr>
        <p:grpSpPr>
          <a:xfrm>
            <a:off x="2038864" y="1297458"/>
            <a:ext cx="7846024" cy="3844168"/>
            <a:chOff x="2038864" y="1297458"/>
            <a:chExt cx="7846024" cy="384416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31EDDDB-B617-1B4B-B39A-45A25E142D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38864" y="1297458"/>
              <a:ext cx="3657600" cy="36576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A964AC-EE94-8F4E-17F9-1E2726C45B4F}"/>
                </a:ext>
              </a:extLst>
            </p:cNvPr>
            <p:cNvSpPr txBox="1"/>
            <p:nvPr/>
          </p:nvSpPr>
          <p:spPr>
            <a:xfrm>
              <a:off x="2134113" y="1540640"/>
              <a:ext cx="7750775" cy="36009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ifndef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EMPLEX_LEXER_HPP_INCLUDE_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#define EMPLEX_LEXER_HPP_INCLUDE_ </a:t>
              </a:r>
            </a:p>
            <a:p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&lt;algorithm&gt; 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&lt;array&gt; 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cctype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&lt;iostream&gt;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&lt;string&gt;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unordered_map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&lt;vector&gt; </a:t>
              </a:r>
            </a:p>
            <a:p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namespace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emplex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{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// Struct to store information about a found Token struct 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 Token {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int id;  // Type ID for token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std::string lexeme; // Sequence matched by token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size_t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line_id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; // Line token started on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size_t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col_id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; // Column token started on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operator int() const { return id; } // Auto-convert tokens to IDs };</a:t>
              </a:r>
              <a:endPara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2937532-24FD-8D95-9986-1F424DA99B73}"/>
              </a:ext>
            </a:extLst>
          </p:cNvPr>
          <p:cNvGrpSpPr/>
          <p:nvPr/>
        </p:nvGrpSpPr>
        <p:grpSpPr>
          <a:xfrm>
            <a:off x="2997733" y="1802870"/>
            <a:ext cx="7846024" cy="3844168"/>
            <a:chOff x="2038864" y="1297458"/>
            <a:chExt cx="7846024" cy="384416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AC7AE6D-43C5-764C-8DFE-7C2B74097A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38864" y="1297458"/>
              <a:ext cx="3657600" cy="3657600"/>
            </a:xfrm>
            <a:prstGeom prst="roundRect">
              <a:avLst/>
            </a:prstGeom>
            <a:solidFill>
              <a:schemeClr val="tx1"/>
            </a:solidFill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DA11AC-E662-655E-A8D7-325D0C0B34FE}"/>
                </a:ext>
              </a:extLst>
            </p:cNvPr>
            <p:cNvSpPr txBox="1"/>
            <p:nvPr/>
          </p:nvSpPr>
          <p:spPr>
            <a:xfrm>
              <a:off x="2134113" y="1540640"/>
              <a:ext cx="7750775" cy="36009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ifndef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EMPLEX_LEXER_HPP_INCLUDE_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#define EMPLEX_LEXER_HPP_INCLUDE_ </a:t>
              </a:r>
            </a:p>
            <a:p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&lt;algorithm&gt; 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&lt;array&gt; 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cctype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&lt;iostream&gt;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&lt;string&gt;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unordered_map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&lt;vector&gt; </a:t>
              </a:r>
            </a:p>
            <a:p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namespace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emplex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{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// Struct to store information about a found Token struct 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 Token {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int id;  // Type ID for token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std::string lexeme; // Sequence matched by token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size_t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line_id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; // Line token started on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size_t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col_id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; // Column token started on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operator int() const { return id; } // Auto-convert tokens to IDs };</a:t>
              </a:r>
              <a:endPara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8" name="U-Turn Arrow 7">
            <a:extLst>
              <a:ext uri="{FF2B5EF4-FFF2-40B4-BE49-F238E27FC236}">
                <a16:creationId xmlns:a16="http://schemas.microsoft.com/office/drawing/2014/main" id="{83164E9A-8E04-8FF6-E597-02F713B3647A}"/>
              </a:ext>
            </a:extLst>
          </p:cNvPr>
          <p:cNvSpPr/>
          <p:nvPr/>
        </p:nvSpPr>
        <p:spPr>
          <a:xfrm>
            <a:off x="2134114" y="1110890"/>
            <a:ext cx="3389352" cy="2645564"/>
          </a:xfrm>
          <a:prstGeom prst="uturnArrow">
            <a:avLst>
              <a:gd name="adj1" fmla="val 18702"/>
              <a:gd name="adj2" fmla="val 25000"/>
              <a:gd name="adj3" fmla="val 25000"/>
              <a:gd name="adj4" fmla="val 43750"/>
              <a:gd name="adj5" fmla="val 75000"/>
            </a:avLst>
          </a:prstGeom>
          <a:gradFill flip="none" rotWithShape="1">
            <a:gsLst>
              <a:gs pos="100000">
                <a:schemeClr val="bg1"/>
              </a:gs>
              <a:gs pos="0">
                <a:srgbClr val="D9D9FF"/>
              </a:gs>
            </a:gsLst>
            <a:lin ang="0" scaled="1"/>
            <a:tileRect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69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7DA4-B081-EF82-DC73-DCD10FEE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EE0BE-BB78-1116-BA17-8BED8C84466C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FEBF4-61C1-8963-8803-BB09C24FFB5D}"/>
              </a:ext>
            </a:extLst>
          </p:cNvPr>
          <p:cNvSpPr txBox="1"/>
          <p:nvPr/>
        </p:nvSpPr>
        <p:spPr>
          <a:xfrm>
            <a:off x="2134113" y="1540640"/>
            <a:ext cx="775077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about a found Token struct 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matched by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started on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 started 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return id; } // Auto-convert tokens to IDs };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EFD166D1-9CC6-E2ED-B776-2D2616CD5F07}"/>
              </a:ext>
            </a:extLst>
          </p:cNvPr>
          <p:cNvSpPr/>
          <p:nvPr/>
        </p:nvSpPr>
        <p:spPr>
          <a:xfrm>
            <a:off x="3888772" y="988540"/>
            <a:ext cx="1878227" cy="4153085"/>
          </a:xfrm>
          <a:prstGeom prst="downArrow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D9D9FF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2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8F99-F661-E100-E124-1B17E392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AE32BB-1282-BC88-6FD1-30B16A36A937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5C7C7-4F8C-EF2A-EEF1-2F7281CD35A2}"/>
              </a:ext>
            </a:extLst>
          </p:cNvPr>
          <p:cNvSpPr txBox="1"/>
          <p:nvPr/>
        </p:nvSpPr>
        <p:spPr>
          <a:xfrm>
            <a:off x="2134113" y="1540640"/>
            <a:ext cx="775077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about a found Token struct 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matched by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started on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 started 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return id; } // Auto-convert tokens to IDs };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57D49AD8-CB15-F20D-F488-36F11595A4DF}"/>
              </a:ext>
            </a:extLst>
          </p:cNvPr>
          <p:cNvSpPr>
            <a:spLocks noChangeAspect="1"/>
          </p:cNvSpPr>
          <p:nvPr/>
        </p:nvSpPr>
        <p:spPr>
          <a:xfrm rot="2718000">
            <a:off x="2038863" y="1297457"/>
            <a:ext cx="3657600" cy="3657600"/>
          </a:xfrm>
          <a:prstGeom prst="plus">
            <a:avLst>
              <a:gd name="adj" fmla="val 40306"/>
            </a:avLst>
          </a:prstGeom>
          <a:solidFill>
            <a:srgbClr val="D9D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3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0759-98E0-6223-3750-A8754993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48FA1E-78A1-C89E-342D-ABF283639DD7}"/>
              </a:ext>
            </a:extLst>
          </p:cNvPr>
          <p:cNvSpPr/>
          <p:nvPr/>
        </p:nvSpPr>
        <p:spPr>
          <a:xfrm>
            <a:off x="319489" y="110169"/>
            <a:ext cx="7711807" cy="6566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018A54-F004-2B07-786A-DB6F4A745638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77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074B-65F8-AF4C-9D11-AF6C47DA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45231-751E-0820-53AD-D81CEAA35D19}"/>
              </a:ext>
            </a:extLst>
          </p:cNvPr>
          <p:cNvSpPr/>
          <p:nvPr/>
        </p:nvSpPr>
        <p:spPr>
          <a:xfrm>
            <a:off x="319489" y="110169"/>
            <a:ext cx="7711807" cy="6566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BA4E5C-AF95-6ABF-F3CF-7A71520BE07C}"/>
              </a:ext>
            </a:extLst>
          </p:cNvPr>
          <p:cNvSpPr>
            <a:spLocks noChangeAspect="1"/>
          </p:cNvSpPr>
          <p:nvPr/>
        </p:nvSpPr>
        <p:spPr>
          <a:xfrm>
            <a:off x="1972762" y="107711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883061-E713-24D8-DF84-E2FD66945CBB}"/>
              </a:ext>
            </a:extLst>
          </p:cNvPr>
          <p:cNvSpPr>
            <a:spLocks noChangeAspect="1"/>
          </p:cNvSpPr>
          <p:nvPr/>
        </p:nvSpPr>
        <p:spPr>
          <a:xfrm>
            <a:off x="2852273" y="1737687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5" name="U-Turn Arrow 4">
            <a:extLst>
              <a:ext uri="{FF2B5EF4-FFF2-40B4-BE49-F238E27FC236}">
                <a16:creationId xmlns:a16="http://schemas.microsoft.com/office/drawing/2014/main" id="{1690A498-AB17-F4EC-7516-CFEAE80387EF}"/>
              </a:ext>
            </a:extLst>
          </p:cNvPr>
          <p:cNvSpPr/>
          <p:nvPr/>
        </p:nvSpPr>
        <p:spPr>
          <a:xfrm>
            <a:off x="2156148" y="1143941"/>
            <a:ext cx="3389352" cy="2645564"/>
          </a:xfrm>
          <a:prstGeom prst="uturnArrow">
            <a:avLst>
              <a:gd name="adj1" fmla="val 20784"/>
              <a:gd name="adj2" fmla="val 25000"/>
              <a:gd name="adj3" fmla="val 36244"/>
              <a:gd name="adj4" fmla="val 46249"/>
              <a:gd name="adj5" fmla="val 86674"/>
            </a:avLst>
          </a:prstGeom>
          <a:gradFill flip="none" rotWithShape="1">
            <a:gsLst>
              <a:gs pos="100000">
                <a:schemeClr val="bg1"/>
              </a:gs>
              <a:gs pos="0">
                <a:srgbClr val="D9D9FF"/>
              </a:gs>
            </a:gsLst>
            <a:lin ang="0" scaled="1"/>
            <a:tileRect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BA6E-2716-84F7-5F10-72135663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B64780-DFE3-9A6E-057F-FC7984B153D3}"/>
              </a:ext>
            </a:extLst>
          </p:cNvPr>
          <p:cNvSpPr/>
          <p:nvPr/>
        </p:nvSpPr>
        <p:spPr>
          <a:xfrm>
            <a:off x="319489" y="291947"/>
            <a:ext cx="7711807" cy="6566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65DCB6-8260-8ADA-C46B-21A745DA1F60}"/>
              </a:ext>
            </a:extLst>
          </p:cNvPr>
          <p:cNvSpPr>
            <a:spLocks noChangeAspect="1"/>
          </p:cNvSpPr>
          <p:nvPr/>
        </p:nvSpPr>
        <p:spPr>
          <a:xfrm>
            <a:off x="1972762" y="107711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5F8D94-7623-77A0-ED66-FA66BBC73603}"/>
              </a:ext>
            </a:extLst>
          </p:cNvPr>
          <p:cNvSpPr>
            <a:spLocks noChangeAspect="1"/>
          </p:cNvSpPr>
          <p:nvPr/>
        </p:nvSpPr>
        <p:spPr>
          <a:xfrm>
            <a:off x="4421044" y="723460"/>
            <a:ext cx="3016435" cy="3657600"/>
          </a:xfrm>
          <a:prstGeom prst="roundRect">
            <a:avLst>
              <a:gd name="adj" fmla="val 4619"/>
            </a:avLst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EC23A6-8CF4-B238-F312-F4B131342A8F}"/>
              </a:ext>
            </a:extLst>
          </p:cNvPr>
          <p:cNvGrpSpPr/>
          <p:nvPr/>
        </p:nvGrpSpPr>
        <p:grpSpPr>
          <a:xfrm>
            <a:off x="4649117" y="376401"/>
            <a:ext cx="2552813" cy="947450"/>
            <a:chOff x="4638100" y="420469"/>
            <a:chExt cx="2552813" cy="947450"/>
          </a:xfrm>
        </p:grpSpPr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A412DC29-ADB4-6A4A-F726-D5ED9BCE9FAF}"/>
                </a:ext>
              </a:extLst>
            </p:cNvPr>
            <p:cNvSpPr/>
            <p:nvPr/>
          </p:nvSpPr>
          <p:spPr>
            <a:xfrm>
              <a:off x="5391938" y="420469"/>
              <a:ext cx="1045137" cy="947450"/>
            </a:xfrm>
            <a:prstGeom prst="blockArc">
              <a:avLst>
                <a:gd name="adj1" fmla="val 10800000"/>
                <a:gd name="adj2" fmla="val 229842"/>
                <a:gd name="adj3" fmla="val 37752"/>
              </a:avLst>
            </a:prstGeom>
            <a:solidFill>
              <a:srgbClr val="D9D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2723174-0B30-1D40-F3A7-9CB3406763A1}"/>
                </a:ext>
              </a:extLst>
            </p:cNvPr>
            <p:cNvSpPr/>
            <p:nvPr/>
          </p:nvSpPr>
          <p:spPr>
            <a:xfrm>
              <a:off x="4638100" y="885969"/>
              <a:ext cx="2552813" cy="382297"/>
            </a:xfrm>
            <a:prstGeom prst="roundRect">
              <a:avLst/>
            </a:prstGeom>
            <a:solidFill>
              <a:srgbClr val="D9D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Down Arrow 8">
            <a:extLst>
              <a:ext uri="{FF2B5EF4-FFF2-40B4-BE49-F238E27FC236}">
                <a16:creationId xmlns:a16="http://schemas.microsoft.com/office/drawing/2014/main" id="{86D41103-7E0F-0981-4846-8E550AD7901C}"/>
              </a:ext>
            </a:extLst>
          </p:cNvPr>
          <p:cNvSpPr/>
          <p:nvPr/>
        </p:nvSpPr>
        <p:spPr>
          <a:xfrm rot="16200000">
            <a:off x="3486852" y="1057865"/>
            <a:ext cx="2286000" cy="3291840"/>
          </a:xfrm>
          <a:prstGeom prst="downArrow">
            <a:avLst>
              <a:gd name="adj1" fmla="val 50000"/>
              <a:gd name="adj2" fmla="val 5297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42870-C1D6-D123-FCA7-74D821A0FCBE}"/>
              </a:ext>
            </a:extLst>
          </p:cNvPr>
          <p:cNvSpPr txBox="1"/>
          <p:nvPr/>
        </p:nvSpPr>
        <p:spPr>
          <a:xfrm>
            <a:off x="3025777" y="2078618"/>
            <a:ext cx="28598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COPY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76574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358E2-F32A-048E-BB46-EC9A46FB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2809DB-3502-109E-90F8-BCB9D495782D}"/>
              </a:ext>
            </a:extLst>
          </p:cNvPr>
          <p:cNvSpPr/>
          <p:nvPr/>
        </p:nvSpPr>
        <p:spPr>
          <a:xfrm>
            <a:off x="319489" y="110169"/>
            <a:ext cx="7711807" cy="6566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B9C062-6340-4CF2-053C-3E7DE5EAAAAB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87EBC94D-9A0D-E43E-83A7-D21B4E3204C6}"/>
              </a:ext>
            </a:extLst>
          </p:cNvPr>
          <p:cNvSpPr/>
          <p:nvPr/>
        </p:nvSpPr>
        <p:spPr>
          <a:xfrm>
            <a:off x="3699591" y="988540"/>
            <a:ext cx="2286000" cy="415308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F3951-90E6-6552-21F2-0C1A0B2BB445}"/>
              </a:ext>
            </a:extLst>
          </p:cNvPr>
          <p:cNvSpPr txBox="1"/>
          <p:nvPr/>
        </p:nvSpPr>
        <p:spPr>
          <a:xfrm rot="5400000">
            <a:off x="3522948" y="1936809"/>
            <a:ext cx="26098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SAVE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411837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1FFF-4ED2-09D1-E6BD-A7A158150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261E9B-197B-A33E-00A7-B6DA4AD0394C}"/>
              </a:ext>
            </a:extLst>
          </p:cNvPr>
          <p:cNvSpPr/>
          <p:nvPr/>
        </p:nvSpPr>
        <p:spPr>
          <a:xfrm>
            <a:off x="319489" y="110169"/>
            <a:ext cx="7711807" cy="6566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DE7EA4-D70E-DBE9-79D0-BE97CD336350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F2BEABF0-AD69-810A-0716-A8D27B824BC2}"/>
              </a:ext>
            </a:extLst>
          </p:cNvPr>
          <p:cNvSpPr>
            <a:spLocks noChangeAspect="1"/>
          </p:cNvSpPr>
          <p:nvPr/>
        </p:nvSpPr>
        <p:spPr>
          <a:xfrm rot="2718000">
            <a:off x="2038863" y="1286440"/>
            <a:ext cx="3657600" cy="3657600"/>
          </a:xfrm>
          <a:prstGeom prst="plus">
            <a:avLst>
              <a:gd name="adj" fmla="val 3786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59AF0-64DD-1124-3210-2A323BF75413}"/>
              </a:ext>
            </a:extLst>
          </p:cNvPr>
          <p:cNvSpPr txBox="1"/>
          <p:nvPr/>
        </p:nvSpPr>
        <p:spPr>
          <a:xfrm rot="2699765">
            <a:off x="2172954" y="2464031"/>
            <a:ext cx="33703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2202321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0A96-4866-BF3E-24E4-E2E5B3E2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1E410F-D31B-DE6F-2E5B-3868D7E42B60}"/>
              </a:ext>
            </a:extLst>
          </p:cNvPr>
          <p:cNvSpPr/>
          <p:nvPr/>
        </p:nvSpPr>
        <p:spPr>
          <a:xfrm>
            <a:off x="1860330" y="777766"/>
            <a:ext cx="5696607" cy="46035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FD7959-9B20-5B5E-8528-E1433203DFFC}"/>
              </a:ext>
            </a:extLst>
          </p:cNvPr>
          <p:cNvSpPr>
            <a:spLocks noChangeAspect="1"/>
          </p:cNvSpPr>
          <p:nvPr/>
        </p:nvSpPr>
        <p:spPr>
          <a:xfrm>
            <a:off x="1972762" y="1560593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60FE20-A5D3-BA08-ABF5-ED7F4DA9FDC0}"/>
              </a:ext>
            </a:extLst>
          </p:cNvPr>
          <p:cNvSpPr>
            <a:spLocks noChangeAspect="1"/>
          </p:cNvSpPr>
          <p:nvPr/>
        </p:nvSpPr>
        <p:spPr>
          <a:xfrm>
            <a:off x="4421044" y="1206935"/>
            <a:ext cx="3016435" cy="3657600"/>
          </a:xfrm>
          <a:prstGeom prst="roundRect">
            <a:avLst>
              <a:gd name="adj" fmla="val 4619"/>
            </a:avLst>
          </a:prstGeom>
          <a:solidFill>
            <a:srgbClr val="4F2C0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173590-CFB3-26E7-E466-ABEDC4A72E9C}"/>
              </a:ext>
            </a:extLst>
          </p:cNvPr>
          <p:cNvGrpSpPr/>
          <p:nvPr/>
        </p:nvGrpSpPr>
        <p:grpSpPr>
          <a:xfrm>
            <a:off x="4649117" y="859876"/>
            <a:ext cx="2552813" cy="947450"/>
            <a:chOff x="4638100" y="420469"/>
            <a:chExt cx="2552813" cy="947450"/>
          </a:xfrm>
        </p:grpSpPr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B745E55E-0018-DF6D-2D14-801057F042D2}"/>
                </a:ext>
              </a:extLst>
            </p:cNvPr>
            <p:cNvSpPr/>
            <p:nvPr/>
          </p:nvSpPr>
          <p:spPr>
            <a:xfrm>
              <a:off x="5391938" y="420469"/>
              <a:ext cx="1045137" cy="947450"/>
            </a:xfrm>
            <a:prstGeom prst="blockArc">
              <a:avLst>
                <a:gd name="adj1" fmla="val 10800000"/>
                <a:gd name="adj2" fmla="val 229842"/>
                <a:gd name="adj3" fmla="val 37752"/>
              </a:avLst>
            </a:prstGeom>
            <a:solidFill>
              <a:srgbClr val="D9D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6762D8D-0AF4-A268-1B2C-DE4284844FDF}"/>
                </a:ext>
              </a:extLst>
            </p:cNvPr>
            <p:cNvSpPr/>
            <p:nvPr/>
          </p:nvSpPr>
          <p:spPr>
            <a:xfrm>
              <a:off x="4638100" y="885969"/>
              <a:ext cx="2552813" cy="382297"/>
            </a:xfrm>
            <a:prstGeom prst="roundRect">
              <a:avLst/>
            </a:prstGeom>
            <a:solidFill>
              <a:srgbClr val="D9D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Down Arrow 8">
            <a:extLst>
              <a:ext uri="{FF2B5EF4-FFF2-40B4-BE49-F238E27FC236}">
                <a16:creationId xmlns:a16="http://schemas.microsoft.com/office/drawing/2014/main" id="{B277EB12-F5BA-32B6-E1BB-9F94648B5CFD}"/>
              </a:ext>
            </a:extLst>
          </p:cNvPr>
          <p:cNvSpPr/>
          <p:nvPr/>
        </p:nvSpPr>
        <p:spPr>
          <a:xfrm rot="16200000">
            <a:off x="3486852" y="1541340"/>
            <a:ext cx="2286000" cy="3291840"/>
          </a:xfrm>
          <a:prstGeom prst="downArrow">
            <a:avLst>
              <a:gd name="adj1" fmla="val 50000"/>
              <a:gd name="adj2" fmla="val 5297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349C1-E500-16B3-4401-3ABB14DC215F}"/>
              </a:ext>
            </a:extLst>
          </p:cNvPr>
          <p:cNvSpPr txBox="1"/>
          <p:nvPr/>
        </p:nvSpPr>
        <p:spPr>
          <a:xfrm>
            <a:off x="3025777" y="2562093"/>
            <a:ext cx="28598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COPY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876315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F6593-C00D-9F89-A77A-ACB9FBCD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565CBC-4E30-0A49-39AD-02974322EE73}"/>
              </a:ext>
            </a:extLst>
          </p:cNvPr>
          <p:cNvSpPr/>
          <p:nvPr/>
        </p:nvSpPr>
        <p:spPr>
          <a:xfrm>
            <a:off x="1912883" y="903890"/>
            <a:ext cx="4183117" cy="4351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6C138E-6FBB-B987-3A75-10601C793AEB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E4AF451-A9A4-2900-B8BE-42C5946F285E}"/>
              </a:ext>
            </a:extLst>
          </p:cNvPr>
          <p:cNvSpPr/>
          <p:nvPr/>
        </p:nvSpPr>
        <p:spPr>
          <a:xfrm>
            <a:off x="3699591" y="988540"/>
            <a:ext cx="2286000" cy="415308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CE51F-F138-0A67-FA4D-111FD03DB997}"/>
              </a:ext>
            </a:extLst>
          </p:cNvPr>
          <p:cNvSpPr txBox="1"/>
          <p:nvPr/>
        </p:nvSpPr>
        <p:spPr>
          <a:xfrm rot="5400000">
            <a:off x="3522948" y="1936809"/>
            <a:ext cx="26098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SAVE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22410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80CE2-F926-746B-7483-12E166D6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7D33F4-6666-64CB-87EA-6BC47EC5AABA}"/>
              </a:ext>
            </a:extLst>
          </p:cNvPr>
          <p:cNvSpPr/>
          <p:nvPr/>
        </p:nvSpPr>
        <p:spPr>
          <a:xfrm>
            <a:off x="1902372" y="1156482"/>
            <a:ext cx="3909849" cy="3920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B2951DF-4196-0275-45CA-C762D77D74F9}"/>
              </a:ext>
            </a:extLst>
          </p:cNvPr>
          <p:cNvSpPr>
            <a:spLocks noChangeAspect="1"/>
          </p:cNvSpPr>
          <p:nvPr/>
        </p:nvSpPr>
        <p:spPr>
          <a:xfrm>
            <a:off x="2038864" y="1297458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782B018B-1A53-4925-58E2-5BBCD38A57F0}"/>
              </a:ext>
            </a:extLst>
          </p:cNvPr>
          <p:cNvSpPr>
            <a:spLocks noChangeAspect="1"/>
          </p:cNvSpPr>
          <p:nvPr/>
        </p:nvSpPr>
        <p:spPr>
          <a:xfrm rot="2718000">
            <a:off x="2038863" y="1286440"/>
            <a:ext cx="3657600" cy="3657600"/>
          </a:xfrm>
          <a:prstGeom prst="plus">
            <a:avLst>
              <a:gd name="adj" fmla="val 3786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4DC49-3FBE-F84E-2CC1-B4EB92CDFCE3}"/>
              </a:ext>
            </a:extLst>
          </p:cNvPr>
          <p:cNvSpPr txBox="1"/>
          <p:nvPr/>
        </p:nvSpPr>
        <p:spPr>
          <a:xfrm rot="2699765">
            <a:off x="2172954" y="2464031"/>
            <a:ext cx="33703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205889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B26FF-6ED0-6A1D-3018-BA0544B7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33D7D-71BC-34BC-F2FC-6D0080159D90}"/>
              </a:ext>
            </a:extLst>
          </p:cNvPr>
          <p:cNvSpPr/>
          <p:nvPr/>
        </p:nvSpPr>
        <p:spPr>
          <a:xfrm>
            <a:off x="1860330" y="777766"/>
            <a:ext cx="5696607" cy="46035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556311-C3EE-DF9D-28F5-ED02D9C39242}"/>
              </a:ext>
            </a:extLst>
          </p:cNvPr>
          <p:cNvSpPr>
            <a:spLocks noChangeAspect="1"/>
          </p:cNvSpPr>
          <p:nvPr/>
        </p:nvSpPr>
        <p:spPr>
          <a:xfrm>
            <a:off x="1972762" y="1560593"/>
            <a:ext cx="3657600" cy="3657600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EMPLEX_LEXER_HPP_INCLUDE_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EMPLEX_LEXER_HPP_INCLUDE_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information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abou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Token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id;  // Type ID for token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std::string lexeme; // Sequence m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Line token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col_id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// Column token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 int() const {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CE7A9C-3BA6-88E1-E225-463AA57DC3F6}"/>
              </a:ext>
            </a:extLst>
          </p:cNvPr>
          <p:cNvSpPr>
            <a:spLocks noChangeAspect="1"/>
          </p:cNvSpPr>
          <p:nvPr/>
        </p:nvSpPr>
        <p:spPr>
          <a:xfrm>
            <a:off x="4421044" y="1206935"/>
            <a:ext cx="3016435" cy="3657600"/>
          </a:xfrm>
          <a:prstGeom prst="roundRect">
            <a:avLst>
              <a:gd name="adj" fmla="val 4619"/>
            </a:avLst>
          </a:prstGeom>
          <a:solidFill>
            <a:srgbClr val="4F2C0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1F17B0-8415-D3C6-DF9E-194ACBEDB815}"/>
              </a:ext>
            </a:extLst>
          </p:cNvPr>
          <p:cNvGrpSpPr/>
          <p:nvPr/>
        </p:nvGrpSpPr>
        <p:grpSpPr>
          <a:xfrm>
            <a:off x="4649117" y="859876"/>
            <a:ext cx="2552813" cy="947450"/>
            <a:chOff x="4638100" y="420469"/>
            <a:chExt cx="2552813" cy="947450"/>
          </a:xfrm>
        </p:grpSpPr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5670770A-A742-8721-E0FB-529C547392D6}"/>
                </a:ext>
              </a:extLst>
            </p:cNvPr>
            <p:cNvSpPr/>
            <p:nvPr/>
          </p:nvSpPr>
          <p:spPr>
            <a:xfrm>
              <a:off x="5391938" y="420469"/>
              <a:ext cx="1045137" cy="947450"/>
            </a:xfrm>
            <a:prstGeom prst="blockArc">
              <a:avLst>
                <a:gd name="adj1" fmla="val 10800000"/>
                <a:gd name="adj2" fmla="val 229842"/>
                <a:gd name="adj3" fmla="val 37752"/>
              </a:avLst>
            </a:prstGeom>
            <a:solidFill>
              <a:srgbClr val="D9D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FBA20B0-42B3-0C3E-E96E-FF49CF818803}"/>
                </a:ext>
              </a:extLst>
            </p:cNvPr>
            <p:cNvSpPr/>
            <p:nvPr/>
          </p:nvSpPr>
          <p:spPr>
            <a:xfrm>
              <a:off x="4638100" y="885969"/>
              <a:ext cx="2552813" cy="382297"/>
            </a:xfrm>
            <a:prstGeom prst="roundRect">
              <a:avLst/>
            </a:prstGeom>
            <a:solidFill>
              <a:srgbClr val="D9D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54FFCA-BD4F-EAE0-E15B-EF6BAB5C6C88}"/>
              </a:ext>
            </a:extLst>
          </p:cNvPr>
          <p:cNvSpPr>
            <a:spLocks noChangeAspect="1"/>
          </p:cNvSpPr>
          <p:nvPr/>
        </p:nvSpPr>
        <p:spPr>
          <a:xfrm>
            <a:off x="4809865" y="1782340"/>
            <a:ext cx="2295882" cy="2295882"/>
          </a:xfrm>
          <a:prstGeom prst="roundRect">
            <a:avLst/>
          </a:prstGeom>
          <a:solidFill>
            <a:schemeClr val="tx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EMPLEX_LEXER_H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EMPLEX_LEXER_HP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cctype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endParaRPr lang="en-US" sz="12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 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emplex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Struct to store inf</a:t>
            </a:r>
            <a:endParaRPr lang="en-US" dirty="0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68040E2B-E3B6-2B51-0740-EACD601FEC31}"/>
              </a:ext>
            </a:extLst>
          </p:cNvPr>
          <p:cNvSpPr/>
          <p:nvPr/>
        </p:nvSpPr>
        <p:spPr>
          <a:xfrm rot="16200000">
            <a:off x="4246303" y="2156526"/>
            <a:ext cx="1187667" cy="4862446"/>
          </a:xfrm>
          <a:prstGeom prst="downArrow">
            <a:avLst>
              <a:gd name="adj1" fmla="val 100000"/>
              <a:gd name="adj2" fmla="val 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9A236-666E-F4F2-43DE-92DFA3CA89DD}"/>
              </a:ext>
            </a:extLst>
          </p:cNvPr>
          <p:cNvSpPr txBox="1"/>
          <p:nvPr/>
        </p:nvSpPr>
        <p:spPr>
          <a:xfrm>
            <a:off x="2740138" y="3939720"/>
            <a:ext cx="41999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COPIED!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01422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10116</TotalTime>
  <Words>1927</Words>
  <Application>Microsoft Macintosh PowerPoint</Application>
  <PresentationFormat>Widescreen</PresentationFormat>
  <Paragraphs>305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Ofria, Charles</dc:creator>
  <cp:lastModifiedBy>Ofria, Charles</cp:lastModifiedBy>
  <cp:revision>7</cp:revision>
  <dcterms:created xsi:type="dcterms:W3CDTF">2025-01-05T18:42:40Z</dcterms:created>
  <dcterms:modified xsi:type="dcterms:W3CDTF">2025-01-12T19:19:06Z</dcterms:modified>
</cp:coreProperties>
</file>